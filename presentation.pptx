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Монгол хэлний хичээл хөрвүүлэгч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E0E7FF"/>
                </a:solidFill>
                <a:latin typeface="Calibri"/>
              </a:rPr>
              <a:t>Хичээлийн видеог автоматаар Excel болгон хөрвүүлэх вэб апп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MVP танилцуулга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Calibri"/>
              </a:rPr>
              <a:t>Шийдэж буй асуудал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4572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B7280"/>
                </a:solidFill>
                <a:latin typeface="Calibri"/>
              </a:rPr>
              <a:t>Яагаад энэ төсөл хэрэгтэй вэ?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Багш нар хичээлээ бичлэг болгож хадгалдаг ч буцаж сонсох цаг шаардсан.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Хичээлийн агуулгыг бичгээр гаргахад гараар тэмдэглэл хийх нь удаан.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Багшийн тайлбар ба сурагчийн хариултыг ялгах нь нэмэлт ажил.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Шийдэл: автомат хөрвүүлэлт + яригч таних → бэлэн Excel файл.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Calibri"/>
              </a:rPr>
              <a:t>Хэрхэн ажилладаг вэ?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4572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B7280"/>
                </a:solidFill>
                <a:latin typeface="Calibri"/>
              </a:rPr>
              <a:t>Хоёр файл оруулаад, нэг Excel хүлээн авна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1. Багшийн дуу хоолойн жишээ (10-30 сек) оруулна.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2. Хичээлийн видео/аудио файлаа оруулна.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3. ffmpeg → 16kHz моно WAV формат руу хөрвүүлэх.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4. pyannote.audio → яригч салгалт (diarization).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5. Дуу хоолойн эмбеддинг + косинусын төстэй байдал → Багш таних.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6. Chimege API → монгол хэл рүү бичвэр болгох.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7. openpyxl → эцсийн Excel файл: Start | End | Role | Text.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Calibri"/>
              </a:rPr>
              <a:t>Технологийн стек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4572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B7280"/>
                </a:solidFill>
                <a:latin typeface="Calibri"/>
              </a:rPr>
              <a:t>Хөнгөн, цэвэр, MVP-д тохирсон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Python 3.10+  •  FastAPI  •  Uvicorn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pyannote.audio 3.x — яригч салгалт ба эмбеддинг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Chimege API — монгол хэлний speech-to-text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ffmpeg + pydub — аудио боловсруулалт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openpyxl — Excel файл бичих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Энгийн HTML + Vanilla JS — UI (framework байхгүй)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Calibri"/>
              </a:rPr>
              <a:t>Демо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4572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B7280"/>
                </a:solidFill>
                <a:latin typeface="Calibri"/>
              </a:rPr>
              <a:t>Амьд үзүүлэлт — localhost:8000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447" y="2286000"/>
            <a:ext cx="34747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447" y="2560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2563EB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447" y="3566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Calibri"/>
              </a:rPr>
              <a:t>Файл оруулах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3767" y="42062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Calibri"/>
              </a:rPr>
              <a:t>Багшийн жишээ + хичээлийн бичлэг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8487" y="2286000"/>
            <a:ext cx="34747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8487" y="2560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2563EB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8487" y="3566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Calibri"/>
              </a:rPr>
              <a:t>Боловсруулах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2807" y="42062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Calibri"/>
              </a:rPr>
              <a:t>Audio → Diarize → Match → STT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7527" y="2286000"/>
            <a:ext cx="34747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07527" y="2560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2563EB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7527" y="3566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Calibri"/>
              </a:rPr>
              <a:t>Excel татах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1847" y="42062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Calibri"/>
              </a:rPr>
              <a:t>Start | End | Role | 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Calibri"/>
              </a:rPr>
              <a:t>Хязгаарлалт ба дараагийн алхам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4572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B7280"/>
                </a:solidFill>
                <a:latin typeface="Calibri"/>
              </a:rPr>
              <a:t>Юу ажиллахгүй байна, юу нэмж болох вэ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Зөвхөн монгол хэл (хэл хольсон яриа алдаатай).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Багшийн жишээ цэвэр, чимээгүй байх шаардлагатай.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CPU дээр 60 мин хичээл ≈ 50 мин боловсруулах хугацаа.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Цаашид: GPU дэмжлэг, бодит цагийн прогресс, олон багштай горим.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834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Calibri"/>
              </a:rPr>
              <a:t>Баярлалаа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49039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E0E7FF"/>
                </a:solidFill>
                <a:latin typeface="Calibri"/>
              </a:rPr>
              <a:t>Асуулт байвал хүлээж авна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